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8AFE1A-B1B1-495A-6D6D-D544FDA5F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2836" y="8858215"/>
            <a:ext cx="1829055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8B2BC4-840E-3EEF-4E54-AF579292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945" y="8858215"/>
            <a:ext cx="1829055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B160A0-542D-0083-8972-2050EE9B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5899" y="8858215"/>
            <a:ext cx="1829055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AC2FAE-48E8-D85A-6B4C-35660E696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945" y="8858215"/>
            <a:ext cx="1829055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0D4154-4EC9-79AB-CB38-7B92C17C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209" y="8867742"/>
            <a:ext cx="1371791" cy="238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Xolo Gamerz</cp:lastModifiedBy>
  <cp:revision>2</cp:revision>
  <dcterms:created xsi:type="dcterms:W3CDTF">2006-08-16T00:00:00Z</dcterms:created>
  <dcterms:modified xsi:type="dcterms:W3CDTF">2026-03-29T17:34:16Z</dcterms:modified>
</cp:coreProperties>
</file>